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M12_Surreal_Composite_v4_FULL_TEACHING_PACKAGE/assets/exemplar_alt_moon_chai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66751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5F7"/>
                </a:solidFill>
              </a:rPr>
              <a:t>Build the Composite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215798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5F7"/>
                </a:solidFill>
              </a:rPr>
              <a:t>Part 2: mask, place, transform, distort, isolate and prepare shadows.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099048"/>
            <a:ext cx="246888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PART 2 — BUILD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2 — Select the Moon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3_select_mask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441150"/>
            <a:ext cx="5440680" cy="4286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Draw a basic selection around the Moon; refine it instead of chasing perfection on the first pass.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Elliptical Marquee Tool &gt; Select &gt; Transform Selection &gt; Select and Mask.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M = Marquee · Shift constrains shape · Ctrl/Cmd + D deselects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 clean marching-ants selection surrounds the Moon.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 clean edge prevents the original sky/colour fringe from revealing the cut-out.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the edge looks jagged or has fringe, return to Select and Mask.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3 — Copy and transfer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4_moon_to_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31340"/>
            <a:ext cx="5440680" cy="3506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Copy the selected Moon to its own layer, then duplicate/place that layer into the master chair image.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Layer &gt; Duplicate Layer &gt; Destination: Balloon/master file.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Ctrl/Cmd + J creates a new layer from the selection.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 separate Moon layer sits above the chair/balloon background.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Separate layers make the edit non-destructive and controllable.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you cannot move the Moon independently, you copied into the wrong layer or document.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4 — Scale and distort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5_distort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710436"/>
            <a:ext cx="5440680" cy="3748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Scale the Moon slightly larger than the balloon, then distort/warp it to inherit the balloon shape.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Edit &gt; Free Transform; right-click transform box &gt; Distort/Warp.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Ctrl/Cmd + T = Free Transform · Enter commits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Moon covers the balloon while preserving believable lunar texture.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Geometry comes before colour. If shape is wrong, later grading cannot fix it.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bottom/knot area should not reveal the original pink balloon.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5 — Remove colour contamination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6_grayscale_ball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494911"/>
            <a:ext cx="5440680" cy="4179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Convert/mask the original balloon colour so pink does not show through the lunar texture.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Select balloon area &gt; Add Black &amp; White/adjustment mask or masked correction.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Ctrl/Cmd-click a layer thumbnail loads pixels as a selection.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Moon texture reads as lunar, not pink balloon underlay.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Source colour contamination is one of the fastest ways a composite looks fake.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Toggle the correction off/on; the pink cast should be visibly reduced.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6 — Isolate the chair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7_select_c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51491"/>
            <a:ext cx="5440680" cy="34659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Create an accurate chair selection so the chair can sit in front of new shadows and receive local light.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Select Subject or manual tools &gt; Select and Mask &gt; Layer Via Copy.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Ctrl/Cmd + J after selection creates a copied chair layer.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Chair exists as its own layer above the background/shadow work.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You need independent control over objects that interact with new light and shadow.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shadows cover the chair legs incorrectly, the chair is not isolated/layered correctly.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7 — Build contact + cast shadow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7_select_c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51491"/>
            <a:ext cx="5440680" cy="34659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Create separate shadow layers: one tight contact shadow, one softer cast shadow pointing away from the Moon.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New layer below chair &gt; Brush/shape &gt; Multiply &gt; Blur/Opacity as needed.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B = Brush · [ and ] change brush size · Number keys adjust opacity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object feels anchored to the floor, not floating.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Shadows explain the relationship between object, surface and light source.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Contact shadow is darkest near the chair; cast shadow softens with distance.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Midpoint QA before finishing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s12_final_source_composite.png">    </p:cNvPr>
          <p:cNvPicPr>
            <a:picLocks noChangeAspect="1"/>
          </p:cNvPicPr>
          <p:nvPr/>
        </p:nvPicPr>
        <p:blipFill>
          <a:blip r:embed="rId1"/>
          <a:srcRect l="0" r="0" t="12963" b="12963"/>
          <a:stretch/>
        </p:blipFill>
        <p:spPr>
          <a:xfrm>
            <a:off x="6583680" y="1143000"/>
            <a:ext cx="493776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Moon layer independent and named.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Mask edge inspected at 100%.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Scale and shape fit the original balloon role.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Chair is isolated if shadow/light needs to pass behind/in front.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At least one manual shadow layer exists.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Layer stack is named clearly.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Multimedia 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MM12 Surreal Composite Part 2</dc:title>
  <dc:subject>MM12 Surreal Composite Part 2</dc:subject>
  <dc:creator>OpenAI / MM12 Teaching Studio</dc:creator>
  <cp:lastModifiedBy>OpenAI / MM12 Teaching Studio</cp:lastModifiedBy>
  <cp:revision>1</cp:revision>
  <dcterms:created xsi:type="dcterms:W3CDTF">2026-09-06T18:09:55Z</dcterms:created>
  <dcterms:modified xsi:type="dcterms:W3CDTF">2026-09-06T18:09:55Z</dcterms:modified>
</cp:coreProperties>
</file>